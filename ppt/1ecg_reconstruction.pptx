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Hidden-lead correlation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C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 lead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 leads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0.813</c:v>
                </c:pt>
                <c:pt idx="1">
                  <c:v>0.874</c:v>
                </c:pt>
                <c:pt idx="2">
                  <c:v>0.901</c:v>
                </c:pt>
                <c:pt idx="3">
                  <c:v>0.915</c:v>
                </c:pt>
                <c:pt idx="4">
                  <c:v>0.924</c:v>
                </c:pt>
                <c:pt idx="5">
                  <c:v>0.928</c:v>
                </c:pt>
                <c:pt idx="6">
                  <c:v>0.934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C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7"/>
          <c:min val="0.7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 error (mV)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C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Myocardial
infarction</c:v>
                  </c:pt>
                  <c:pt idx="2">
                    <c:v>ST/T
change</c:v>
                  </c:pt>
                  <c:pt idx="3">
                    <c:v>Conduction
disturbance</c:v>
                  </c:pt>
                  <c:pt idx="4">
                    <c:v>Hypertrophy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0.0295</c:v>
                </c:pt>
                <c:pt idx="1">
                  <c:v>0.0475</c:v>
                </c:pt>
                <c:pt idx="2">
                  <c:v>0.0439</c:v>
                </c:pt>
                <c:pt idx="3">
                  <c:v>0.0523</c:v>
                </c:pt>
                <c:pt idx="4">
                  <c:v>0.0545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C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question: how few electrodes can you place and still recover a diagnostically useful 12-lead ECG? Trained one model to handle any subset of leads, then measured where it succeeds and where it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all 12 wastes capacity reproducing arithmetic and yields traces that violate Einthoven's law slightly — visibly wrong to a cardiologist.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Reported number is Pearson r on leads the model could not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buildable 4-electrode configuration is I+II+V3 at r=0.925, which beats I+II+V2. If you add one chest electrode, put it at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at I+II. Conduction disturbance and hypertrophy are worst — both alter voltage relationships between leads in ways a model trained mostly on normal conduction has no basis to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Amplitude collapse was spotted in a plot after several scalar metrics had all reported that things were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to MIMIC-IV-ECG (~800k records) for pretraining is the other large available win, and 500 Hz data would test whether the 100 Hz result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Ten-electrode carts remain the standard; this halves that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301752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4709160"/>
            <a:ext cx="365760" cy="-10972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4599432"/>
            <a:ext cx="365760" cy="10972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4709160"/>
            <a:ext cx="73152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4709160"/>
            <a:ext cx="137160" cy="10972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0" y="4818888"/>
            <a:ext cx="137160" cy="-676656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4142232"/>
            <a:ext cx="182880" cy="768096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4910328"/>
            <a:ext cx="137160" cy="-201168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74920" y="4709160"/>
            <a:ext cx="50292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4709160"/>
            <a:ext cx="457200" cy="-237744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4471416"/>
            <a:ext cx="548640" cy="237744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4709160"/>
            <a:ext cx="5577840" cy="0"/>
          </a:xfrm>
          <a:prstGeom prst="line">
            <a:avLst/>
          </a:prstGeom>
          <a:noFill/>
          <a:ln w="3175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1600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Reconstructing the 12-lead ECG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377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FB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reduced set of leads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46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masked-lead transformer trained on PTB-XL  |  21,799 clinical ECGs  |  4.9M parameters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any electrode configuration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659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0482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697480"/>
            <a:ext cx="285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Masked-lead training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127248"/>
            <a:ext cx="2859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hide leads each sample, 1 to 7 visible. The model learns every electrode configuration at once instead of one fixed set.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169164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1248" y="19659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1248" y="20482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51248" y="2697480"/>
            <a:ext cx="285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8, derive 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51248" y="3127248"/>
            <a:ext cx="2859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III, aVR, aVL and aVF are exact linear functions of I and II. The network predicts only the 8 independent leads; the rest follow by algebra.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2920" y="1691640"/>
            <a:ext cx="3444240" cy="3200400"/>
          </a:xfrm>
          <a:prstGeom prst="roundRect">
            <a:avLst>
              <a:gd name="adj" fmla="val 228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5528" y="1965960"/>
            <a:ext cx="566928" cy="566928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5528" y="2048256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5528" y="2697480"/>
            <a:ext cx="285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hidden leads only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5528" y="3127248"/>
            <a:ext cx="2859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averaged over all 12 includes leads handed to the model as input. Those score ~1.0 and hide the real reconstruction quality.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Einthoven and Goldberger identities hold exactly (error 0.0), because the dependent leads are computed rather than predicted.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scales with electrode count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set, fold 10 (2,198 records). Correlation on hidden leads only.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64592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gains come from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377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2 leads:  +0.061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jump. One extra electrode.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7 leads:  +0.019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electrodes buy a third as much.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set in at 4 leads.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leads, not how many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over all 28 two-lead and 56 three-lead subsets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limb leads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+ II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0.856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lie in the frontal plane — they span only two dimensions.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chest leads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212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+ V5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0.910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the transverse plane — the missing third dimension.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principle is spatial diversity, not lead count.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subsets pair electrodes pointing the same way — I+V6, V5+V6, I+II. The best spread across septal, anterior and lateral positions.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93776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FDF0EF"/>
          </a:solidFill>
          <a:ln w="12700">
            <a:solidFill>
              <a:srgbClr val="F5D0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5047488"/>
            <a:ext cx="10460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caveat:  </a:t>
            </a:r>
            <a:pPr indent="0" marL="0">
              <a:buNone/>
            </a:pPr>
            <a:r>
              <a:rPr lang="en-US" sz="12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precordial leads are referenced to the Wilson central terminal (average of RA, LA, LL), so V2 cannot be recorded without the three limb electrodes — which give I and II for free. Rank configurations by electrode count, not lead 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accuracy: ST-segment error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dominated by the QRS complex and barely sees the ST segment — which is what indicates ischaemia.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87452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18120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633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exceed the 0.1 mV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at 1 lead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784080" y="1920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784080" y="26334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 leads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(I+II+V2+V5)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42900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74152" y="3639312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Pathology costs accuracy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4041648"/>
            <a:ext cx="3236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records carry 1.5–1.9× the error of normal ones. PTB-XL is 44% normal ECGs, so any dataset-wide average understates error on exactly the cases that matter.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problems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inspecting reconstructions, not by reading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 collapse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305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visibly flattened on hidden precordial leads. L1 loss rewards hedging toward the conditional median. Correlation is scale-invariant and cannot detect this at all.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926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II is the weakest lead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735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0.82, below every precordial. Predicting it needs the frontal QRS axis, which varies −30° to +90° across patients and is unobservable from one lead.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123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risk, not mean error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Single-lead ST error averages 41 μV but reaches 107 μV at p95 and 132 μV for infarction — above the 100 μV diagnostic threshold.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5266944"/>
            <a:ext cx="274320" cy="27432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212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 is indistinguishable from measurement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55955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synthesised trace looks identical to a recorded one. A clinician cannot tell which leads were inferred — a real risk of false confidence.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expected value, highest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4650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Patient-specific calibration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simultaneous 12-lead recording per patient, used to fit a personalised output layer. Much of the residual error is anatomical — heart position and torso geometry — which is constant per person and learnable from one snapshot.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expected gain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798064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98648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Amplitude-aware objective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5526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term penalising per-lead standard-deviation mismatch, the only part of the loss that punishes shrinkage. Implemented; awaiting an A/B run.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950208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05079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classification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074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test: classifier on true 12-lead, on reconstructed 12-lead, and on raw 2 leads. Determines whether reconstruction adds information or is an expensive identity function.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4078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architecture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5102352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202936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Pretrain, then fine-tune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5595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Masked-lead prediction is a strong self-supervised objective. Keep the encoder, discard the decoder, fine-tune for diagnosis directly.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variant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holds 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3413760" cy="2834640"/>
          </a:xfrm>
          <a:prstGeom prst="roundRect">
            <a:avLst>
              <a:gd name="adj" fmla="val 2581"/>
            </a:avLst>
          </a:prstGeom>
          <a:solidFill>
            <a:srgbClr val="18293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201168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2377440"/>
            <a:ext cx="2828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FD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Usable from 1 lead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971800"/>
            <a:ext cx="282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atrial fibrillation, ectopy and conduction intervals need one clean lead. Already an FDA-cleared consumer capability.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3880" y="1783080"/>
            <a:ext cx="3413760" cy="2834640"/>
          </a:xfrm>
          <a:prstGeom prst="roundRect">
            <a:avLst>
              <a:gd name="adj" fmla="val 2581"/>
            </a:avLst>
          </a:prstGeom>
          <a:solidFill>
            <a:srgbClr val="18293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6488" y="201168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6488" y="2377440"/>
            <a:ext cx="2828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3–4 leads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666488" y="2971800"/>
            <a:ext cx="282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0.925 at I+II+V3, four electrodes. Comparable to EASI-derived 12-leads used in bedside monitors.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783080"/>
            <a:ext cx="3413760" cy="2834640"/>
          </a:xfrm>
          <a:prstGeom prst="roundRect">
            <a:avLst>
              <a:gd name="adj" fmla="val 2581"/>
            </a:avLst>
          </a:prstGeom>
          <a:solidFill>
            <a:srgbClr val="18293F"/>
          </a:solidFill>
          <a:ln w="12700">
            <a:solidFill>
              <a:srgbClr val="2438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6008" y="2011680"/>
            <a:ext cx="2828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46008" y="2377440"/>
            <a:ext cx="2828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5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4+ leads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446008" y="2971800"/>
            <a:ext cx="282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error falls below a fifth of the diagnostic threshold only at I+II+V2+V5. At 1–2 leads the tail is unsafe.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electrodes reconstruct a diagnostically usable 12-lead ECG. 2 electrodes do not.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PTB-XL fold 10, n = 2,198  |  100 Hz  |  transformer, 4.9M parameters  |  trained on a single RTX 4050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Reconstructing the 12-lead ECG from reduced lead sets</dc:title>
  <dc:subject>PptxGenJS Presentation</dc:subject>
  <dc:creator>ECG Reconstruction Project</dc:creator>
  <cp:lastModifiedBy>ECG Reconstruction Project</cp:lastModifiedBy>
  <cp:revision>1</cp:revision>
  <dcterms:created xsi:type="dcterms:W3CDTF">2026-09-10T12:39:07Z</dcterms:created>
  <dcterms:modified xsi:type="dcterms:W3CDTF">2026-09-10T12:39:07Z</dcterms:modified>
</cp:coreProperties>
</file>